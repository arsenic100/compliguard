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540000"/>
            <a:ext cx="54000" cy="720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2000" y="43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9376D"/>
                </a:solidFill>
                <a:latin typeface="Arial"/>
              </a:rPr>
              <a:t>CompliGuard</a:t>
            </a:r>
          </a:p>
          <a:p>
            <a:r>
              <a:rPr sz="4000" b="1">
                <a:solidFill>
                  <a:srgbClr val="19376D"/>
                </a:solidFill>
                <a:latin typeface="Arial"/>
              </a:rPr>
              <a:t>Client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2000" y="162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  <a:latin typeface="Arial"/>
              </a:rPr>
              <a:t>Enterprise-Grade AI Compliance Scanning Platform</a:t>
            </a:r>
          </a:p>
          <a:p/>
          <a:p>
            <a:r>
              <a:rPr sz="1800">
                <a:solidFill>
                  <a:srgbClr val="505050"/>
                </a:solidFill>
                <a:latin typeface="Arial"/>
              </a:rPr>
              <a:t>May 2026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4572000" y="0"/>
            <a:ext cx="4572000" cy="6858000"/>
          </a:xfrm>
          <a:prstGeom prst="rtTriangl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01  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92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02   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124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03  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55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04    LangGraph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88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05    Core Detection Engines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1260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06    Compliance Rules &amp;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1692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07   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2124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08    Use Cases &amp;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255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09    Demonstration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2988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376D"/>
                </a:solidFill>
                <a:latin typeface="Arial"/>
              </a:rPr>
              <a:t>10   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What is CompliGuard?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CompliGuard is an enterprise-grade AI compliance scanning platform designed to automate and enhance the review of PDF documents.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It leverages the power of Generative AI (GROQ/Llama-3.1-8b) alongside deterministic rule-based validation to ensure absolute accuracy and safety.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Key Capabilities: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Deep inspection of PDFs for compliance violations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Detection of PII, Toxicity, and Confidential Information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Real-time interactive dashboard with drill-down analytics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Granular dynamic rule management</a:t>
            </a:r>
          </a:p>
          <a:p>
            <a:pPr>
              <a:spcAft>
                <a:spcPts val="1200"/>
              </a:spcAft>
              <a:defRPr sz="1600">
                <a:solidFill>
                  <a:srgbClr val="505050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Comprehensive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960000" cy="1440000"/>
          </a:xfrm>
          <a:prstGeom prst="roundRect">
            <a:avLst/>
          </a:prstGeom>
          <a:solidFill>
            <a:srgbClr val="F5F5F5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AI-Powered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8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05050"/>
                </a:solidFill>
                <a:latin typeface="Arial"/>
              </a:rPr>
              <a:t>Hybrid regex and LLM-based detection of PII, Toxicity, and Confidential Info.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60000" y="1260000"/>
            <a:ext cx="3960000" cy="1440000"/>
          </a:xfrm>
          <a:prstGeom prst="roundRect">
            <a:avLst/>
          </a:prstGeom>
          <a:solidFill>
            <a:srgbClr val="F5F5F5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0000" y="1440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Interactive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18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05050"/>
                </a:solidFill>
                <a:latin typeface="Arial"/>
              </a:rPr>
              <a:t>Plotly charts, severity distribution, page-wise heatmap, and compliance gauge.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060000"/>
            <a:ext cx="3960000" cy="1440000"/>
          </a:xfrm>
          <a:prstGeom prst="roundRect">
            <a:avLst/>
          </a:prstGeom>
          <a:solidFill>
            <a:srgbClr val="F5F5F5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240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Dynamic 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6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05050"/>
                </a:solidFill>
                <a:latin typeface="Arial"/>
              </a:rPr>
              <a:t>Add, edit, delete, and toggle compliance rules instantly through the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0000" y="3060000"/>
            <a:ext cx="3960000" cy="1440000"/>
          </a:xfrm>
          <a:prstGeom prst="roundRect">
            <a:avLst/>
          </a:prstGeom>
          <a:solidFill>
            <a:srgbClr val="F5F5F5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0" y="3240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Comprehensive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0" y="36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05050"/>
                </a:solidFill>
                <a:latin typeface="Arial"/>
              </a:rPr>
              <a:t>Downloadable JSON and PDF compliance reports with executive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1440000"/>
            <a:ext cx="2160000" cy="108000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Streamlit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0000" y="1440000"/>
            <a:ext cx="2160000" cy="1080000"/>
          </a:xfrm>
          <a:prstGeom prst="roundRect">
            <a:avLst/>
          </a:prstGeom>
          <a:solidFill>
            <a:srgbClr val="E4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LangGraph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1440000"/>
            <a:ext cx="2160000" cy="108000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GROQ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3240000"/>
            <a:ext cx="2160000" cy="108000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SQLite / ReportLab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72000" y="1800000"/>
            <a:ext cx="540000" cy="360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652000" y="1800000"/>
            <a:ext cx="540000" cy="360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320000" y="2592000"/>
            <a:ext cx="360000" cy="5400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Orchestration with LangGraph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1. validate_pdf &amp; extract_text (PyMuPDF)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2. load_rules (SQLite DB)</a:t>
            </a:r>
          </a:p>
          <a:p>
            <a:pPr>
              <a:spcAft>
                <a:spcPts val="800"/>
              </a:spcAft>
              <a:defRPr sz="1600" b="1">
                <a:solidFill>
                  <a:srgbClr val="19376D"/>
                </a:solidFill>
                <a:latin typeface="Arial"/>
              </a:defRPr>
            </a:pPr>
            <a:r>
              <a:t>3. Parallel Fan-out Detection Agents: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    - PII Detection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    - Confidential Info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    - Encoding Validation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    - Toxicity Detection</a:t>
            </a:r>
          </a:p>
          <a:p>
            <a:pPr>
              <a:spcAft>
                <a:spcPts val="800"/>
              </a:spcAft>
              <a:defRPr sz="1600" b="1">
                <a:solidFill>
                  <a:srgbClr val="19376D"/>
                </a:solidFill>
                <a:latin typeface="Arial"/>
              </a:defRPr>
            </a:pPr>
            <a:r>
              <a:t>4. aggregate_results (Score Calculation)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5. generate_report (ReportLab PDF / JSON)</a:t>
            </a:r>
          </a:p>
          <a:p>
            <a:pPr>
              <a:spcAft>
                <a:spcPts val="800"/>
              </a:spcAft>
              <a:defRPr sz="1600" b="0">
                <a:solidFill>
                  <a:srgbClr val="505050"/>
                </a:solidFill>
                <a:latin typeface="Arial"/>
              </a:defRPr>
            </a:pPr>
            <a:r>
              <a:t>6. store_results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Multi-Layered Detection Engines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3780000" cy="14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PII Detection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Hybrid Regex + LLM</a:t>
            </a:r>
          </a:p>
          <a:p>
            <a:r>
              <a:t>Identifies Emails, Phone numbers, Aadhaar, PAN, SSN.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0" y="1260000"/>
            <a:ext cx="3780000" cy="14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Confidential Data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Semantic LLM Analysis</a:t>
            </a:r>
          </a:p>
          <a:p>
            <a:r>
              <a:t>Detects API keys, passwords, financial data, trade secrets.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240000"/>
            <a:ext cx="3780000" cy="14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Encoding Validation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Pure Python Rules</a:t>
            </a:r>
          </a:p>
          <a:p>
            <a:r>
              <a:t>Checks UTF-8 consistency, mojibake, and garbled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0" y="3240000"/>
            <a:ext cx="3780000" cy="14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Toxicity Detection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LLM Moderation</a:t>
            </a:r>
          </a:p>
          <a:p>
            <a:r>
              <a:t>Flags hate speech, threats, harassment, illegal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Dynamic Rules &amp; Scoring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Compliance Score Calculation: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Score = max(0, 100 - sum(severity_weights))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Severity Weights: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Critical: 10 points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High: 7 points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Medium: 4 points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• Low: 1 point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Status Thresholds: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✅ 90-100: Compliant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⚠️ 70-89: Warning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❌ 0-69: Non-Compliant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2160000" cy="5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0" y="1440000"/>
            <a:ext cx="4320000" cy="54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Streamlit 1.38+, Plotly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340000"/>
            <a:ext cx="2160000" cy="5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72000" y="2340000"/>
            <a:ext cx="4320000" cy="54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LangGraph 0.2+, LangChain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240000"/>
            <a:ext cx="2160000" cy="5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AI /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2000" y="3240000"/>
            <a:ext cx="4320000" cy="54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GROQ API, Llama-3.1-8b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4140000"/>
            <a:ext cx="2160000" cy="540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2000" y="4140000"/>
            <a:ext cx="4320000" cy="54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SQLite, PyMuPDF, ReportLab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376D"/>
                </a:solidFill>
                <a:latin typeface="Arial"/>
              </a:rPr>
              <a:t>Future Enhancements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792000"/>
            <a:ext cx="1080000" cy="54000"/>
          </a:xfrm>
          <a:prstGeom prst="rect">
            <a:avLst/>
          </a:prstGeom>
          <a:solidFill>
            <a:srgbClr val="E4202D"/>
          </a:solidFill>
          <a:ln>
            <a:solidFill>
              <a:srgbClr val="E4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• OCR Support: Tesseract integration for scanning image-based PDFs.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98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• Multi-Language: Global compliance checking support for multiple languages.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70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• Model Flexibility: Support for OpenAI, Anthropic, and local LLMs.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420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Arial"/>
              </a:rPr>
              <a:t>• Enterprise Integrations: Batch PDF scanning, REST API endpoint, Webhook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